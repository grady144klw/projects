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CC6D-B42D-7F19-20CE-89BCAE7EA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08F9E-57D4-E336-6B36-B3B6EFC52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8DF5-A1A5-C1D2-76FB-281918727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8603C-2318-CC4A-A3D6-66AF5940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584BB-34EB-B2F8-ABB7-F2B4B5B1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428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3B42-DA6B-4D12-D318-C311191A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35F2-AC0A-23B4-C0EB-27286E6A8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4770F-5F92-A351-8D79-DE1FB3A3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791C0-8815-A52B-FDFC-525BB1A8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550BC-D685-E8B4-B6A7-DE213CF6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40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5006-8613-E8D6-2C5B-836320CA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3DE38-934B-CAC2-073E-01FA27946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DA97-FD45-4B89-429C-59D58FEB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A577-2B9B-6E9E-3D42-4D1D74CB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6539E-7E04-9447-C1C0-A1FBDF1E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20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F7D9-DC9C-1406-85F2-4320C477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63582-7B8E-A565-5EF9-45E0DB279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73C7E-C74D-E6F8-CFB7-6266E62CF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24DB1-8D04-15B2-4B61-0D1A6BDF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8F29A-DF2F-D0E1-129B-A1D2BBC2F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22BCE-9456-C92F-6C81-6279F7F9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258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624E-3178-5976-4CB6-9241D620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72994-E9AF-B3D0-1AB5-EE626CD57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C1F4D-26CD-E08D-05F6-569EA1337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9FF3F-2145-4E2D-88FF-9DC14D86C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583E0-1CFB-628B-BB39-F3C003BDF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4E0E63-E0D7-8B12-B274-CCD51FF2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72A72-633C-2D7A-9768-F3AA8FA0F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6BF3D-122B-37A8-00DB-505870D6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633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7684-87DA-955C-42DA-F6CAC0C4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CE7C1D-02C3-DE0D-B6D2-F90F58BFA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C2680-074A-0F46-94B1-B433595B2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A04D-D510-5BB7-8364-62B4654E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32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5DDBC-1E9E-D20F-639D-B44A3379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48386-05BA-94DD-0BD9-B138B069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8D6E7-D85D-C05B-D49E-96F5AA14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39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F69F-0C46-CE80-43BC-BC615A48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7643F-1393-EFD0-DA23-F0237803D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01C22-E90F-F87E-A9CE-147F0343A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12ED7-C5C0-1664-CF97-6541648A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7D4E3-1753-F041-A265-8BD32660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0CFDC-9266-3EAE-85B9-1D13633C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35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52FB-60C3-FA6C-6C90-A2D56A46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A75E5-CB89-8539-E4BF-F022C0B5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395F2-7A8F-7FD1-130C-23045091E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7986F-0A4B-C642-9C33-284C8283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436B5-7581-3368-0620-10310387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CEC21-8AB3-2092-73F2-0781A8C5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422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9DFA-0841-6CF3-BA61-BC19DFF4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9B256-28BB-B35C-10A6-4C2D73173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2E439-62A5-9357-68F6-103D3AC7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6B93C-0EE1-4447-AA7D-6C0A9606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0DB70-14E2-F4A7-1027-A9983913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18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D5B65-BE5D-9931-EA01-F39132842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109FA-61D1-6FC8-3FF3-29248C7D0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55FD0-BD3E-FBC2-6ED9-87BA999A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32D56-E2A9-1A6C-0D02-59939BFBC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3FDD2-A549-4A3F-053F-FD9B314B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747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95A4B-5A56-A782-EA90-39F0C9B0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A29BA-25BC-3C0C-13D8-884E66AF6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31090-C10B-0C46-1FD3-487E0A464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7EBC3-50FF-479C-8D37-4CE10AE29052}" type="datetimeFigureOut">
              <a:rPr lang="en-GB" smtClean="0"/>
              <a:t>13/08/2025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18EB-F96A-B714-23C9-5D4C9E7A6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79D90-4291-0673-7BFF-2D534AF6C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7E933-8465-4C1C-A3B5-951AEE740A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46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3EF884-34FD-8820-2963-8AA60829CA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41" r="2918"/>
          <a:stretch/>
        </p:blipFill>
        <p:spPr>
          <a:xfrm>
            <a:off x="4590699" y="600684"/>
            <a:ext cx="3496358" cy="18872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26AF52-83FA-9417-411A-92A604B67DC8}"/>
              </a:ext>
            </a:extLst>
          </p:cNvPr>
          <p:cNvSpPr txBox="1"/>
          <p:nvPr/>
        </p:nvSpPr>
        <p:spPr>
          <a:xfrm>
            <a:off x="2946097" y="1544294"/>
            <a:ext cx="1450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Select Voltage</a:t>
            </a:r>
          </a:p>
          <a:p>
            <a:pPr algn="ctr"/>
            <a:r>
              <a:rPr lang="en-GB" sz="1600" dirty="0"/>
              <a:t>5V or 3.3V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1EB5C-0731-4127-6204-A7D446C859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20659" t="24617" r="64180" b="66438"/>
          <a:stretch/>
        </p:blipFill>
        <p:spPr>
          <a:xfrm rot="16200000">
            <a:off x="4894611" y="1422373"/>
            <a:ext cx="457200" cy="24384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F88717-9AA2-4B60-75DD-BC3E5A468A9E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396970" y="1544293"/>
            <a:ext cx="604320" cy="29238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6D67FF2-4C02-8F25-2353-FABCC8EC0A04}"/>
              </a:ext>
            </a:extLst>
          </p:cNvPr>
          <p:cNvSpPr/>
          <p:nvPr/>
        </p:nvSpPr>
        <p:spPr>
          <a:xfrm>
            <a:off x="3733965" y="2912398"/>
            <a:ext cx="6674636" cy="2595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10DC6A-57A8-46C7-C1FE-F02D506A0EFD}"/>
              </a:ext>
            </a:extLst>
          </p:cNvPr>
          <p:cNvSpPr txBox="1"/>
          <p:nvPr/>
        </p:nvSpPr>
        <p:spPr>
          <a:xfrm>
            <a:off x="7546873" y="4210256"/>
            <a:ext cx="1268869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3.3V</a:t>
            </a:r>
          </a:p>
          <a:p>
            <a:pPr algn="ctr"/>
            <a:r>
              <a:rPr lang="en-GB" sz="1600" dirty="0"/>
              <a:t>Buck </a:t>
            </a:r>
          </a:p>
          <a:p>
            <a:pPr algn="ctr"/>
            <a:r>
              <a:rPr lang="en-GB" sz="1600" dirty="0"/>
              <a:t>Converter </a:t>
            </a:r>
          </a:p>
          <a:p>
            <a:pPr algn="ctr"/>
            <a:r>
              <a:rPr lang="en-GB" sz="1600" dirty="0"/>
              <a:t>(TPS63001)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2865C5-1700-5581-2EBF-E79B2C75E9EF}"/>
              </a:ext>
            </a:extLst>
          </p:cNvPr>
          <p:cNvSpPr txBox="1"/>
          <p:nvPr/>
        </p:nvSpPr>
        <p:spPr>
          <a:xfrm>
            <a:off x="7546873" y="3022718"/>
            <a:ext cx="126886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5V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B2BA6B-5978-6F74-9DF5-6467CD0F1520}"/>
              </a:ext>
            </a:extLst>
          </p:cNvPr>
          <p:cNvSpPr/>
          <p:nvPr/>
        </p:nvSpPr>
        <p:spPr>
          <a:xfrm>
            <a:off x="5006060" y="3670803"/>
            <a:ext cx="1332818" cy="10780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1F7490-155A-8C8E-AB2B-0C081CF0D0CD}"/>
              </a:ext>
            </a:extLst>
          </p:cNvPr>
          <p:cNvSpPr txBox="1"/>
          <p:nvPr/>
        </p:nvSpPr>
        <p:spPr>
          <a:xfrm>
            <a:off x="5201920" y="3870960"/>
            <a:ext cx="894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Slide Switch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97AF68-6F83-B83A-4DA3-B3E1CF8DA01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323910" y="4210256"/>
            <a:ext cx="1222963" cy="53860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551D71-1B53-347B-B630-EDB8D8EE4D64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6306828" y="3191995"/>
            <a:ext cx="1240045" cy="101919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CD2E649-6276-3649-BD11-49DE19BE7AB0}"/>
              </a:ext>
            </a:extLst>
          </p:cNvPr>
          <p:cNvSpPr txBox="1"/>
          <p:nvPr/>
        </p:nvSpPr>
        <p:spPr>
          <a:xfrm>
            <a:off x="9326880" y="3563622"/>
            <a:ext cx="105890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5V or 3.3V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F9F5BC-CF63-0C77-7F1A-092FAE79C3A8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>
            <a:off x="8815742" y="3191995"/>
            <a:ext cx="511138" cy="6640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F44014-46A0-79C0-21C5-155352C85710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 flipV="1">
            <a:off x="8815742" y="3856010"/>
            <a:ext cx="511138" cy="89285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" name="Picture 35" descr="A close up of a charger&#10;&#10;Description automatically generated">
            <a:extLst>
              <a:ext uri="{FF2B5EF4-FFF2-40B4-BE49-F238E27FC236}">
                <a16:creationId xmlns:a16="http://schemas.microsoft.com/office/drawing/2014/main" id="{526E1811-845C-5F6D-3B26-BD4F3D2E5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7" t="8028" r="18269" b="51685"/>
          <a:stretch/>
        </p:blipFill>
        <p:spPr>
          <a:xfrm>
            <a:off x="333643" y="4748865"/>
            <a:ext cx="2317150" cy="193019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0E3B4C0-EB3A-9178-745B-1C38B5CEE0D2}"/>
              </a:ext>
            </a:extLst>
          </p:cNvPr>
          <p:cNvGrpSpPr/>
          <p:nvPr/>
        </p:nvGrpSpPr>
        <p:grpSpPr>
          <a:xfrm>
            <a:off x="348516" y="3508762"/>
            <a:ext cx="1848464" cy="1096105"/>
            <a:chOff x="924232" y="2723535"/>
            <a:chExt cx="1415846" cy="1111046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202074F-5121-E891-AD87-474CF964CF39}"/>
                </a:ext>
              </a:extLst>
            </p:cNvPr>
            <p:cNvSpPr/>
            <p:nvPr/>
          </p:nvSpPr>
          <p:spPr>
            <a:xfrm>
              <a:off x="924232" y="2723535"/>
              <a:ext cx="1415846" cy="11110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51B2AD1-A014-1F47-2B3D-4E00CFC73588}"/>
                </a:ext>
              </a:extLst>
            </p:cNvPr>
            <p:cNvSpPr txBox="1"/>
            <p:nvPr/>
          </p:nvSpPr>
          <p:spPr>
            <a:xfrm>
              <a:off x="1015365" y="3084514"/>
              <a:ext cx="1258529" cy="374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Input Supply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7EE6C94-A40F-208C-8552-6009D4D64333}"/>
              </a:ext>
            </a:extLst>
          </p:cNvPr>
          <p:cNvGrpSpPr/>
          <p:nvPr/>
        </p:nvGrpSpPr>
        <p:grpSpPr>
          <a:xfrm>
            <a:off x="2188504" y="3774525"/>
            <a:ext cx="1591071" cy="373872"/>
            <a:chOff x="855372" y="2272246"/>
            <a:chExt cx="2113970" cy="37387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1F79581-5C9B-0EF1-0B7D-11813F12A129}"/>
                </a:ext>
              </a:extLst>
            </p:cNvPr>
            <p:cNvCxnSpPr>
              <a:cxnSpLocks/>
            </p:cNvCxnSpPr>
            <p:nvPr/>
          </p:nvCxnSpPr>
          <p:spPr>
            <a:xfrm>
              <a:off x="855372" y="2632557"/>
              <a:ext cx="2113970" cy="1356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7004BF0-4F35-7EDC-9E6B-B94167BF29CD}"/>
                </a:ext>
              </a:extLst>
            </p:cNvPr>
            <p:cNvSpPr txBox="1"/>
            <p:nvPr/>
          </p:nvSpPr>
          <p:spPr>
            <a:xfrm>
              <a:off x="1329481" y="2272246"/>
              <a:ext cx="120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5V / 3A</a:t>
              </a:r>
            </a:p>
          </p:txBody>
        </p:sp>
      </p:grpSp>
      <p:pic>
        <p:nvPicPr>
          <p:cNvPr id="43" name="Picture 2" descr="Best China Manufacturer for Rj45 Wall Plate 4 Port - Slide Switch Mini  MSK12C02 miniature switch with white acrylic handle 7 pin – Shouhan  Manufacturer and Factory | Shouhan">
            <a:extLst>
              <a:ext uri="{FF2B5EF4-FFF2-40B4-BE49-F238E27FC236}">
                <a16:creationId xmlns:a16="http://schemas.microsoft.com/office/drawing/2014/main" id="{DB50DB7E-42DF-46C2-F36B-7C2E0E5FD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356" y="5570903"/>
            <a:ext cx="1485472" cy="111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TPS63001DRCR footprint &amp; symbol by Texas Instruments | SnapMagic Search">
            <a:extLst>
              <a:ext uri="{FF2B5EF4-FFF2-40B4-BE49-F238E27FC236}">
                <a16:creationId xmlns:a16="http://schemas.microsoft.com/office/drawing/2014/main" id="{C98E20C7-606D-C1D4-87A9-DDE2D6D86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7677453" y="5641720"/>
            <a:ext cx="1041466" cy="104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13452AE-320A-7497-0ACA-B5657965DF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59730" t="42195" r="-4353" b="8006"/>
          <a:stretch/>
        </p:blipFill>
        <p:spPr>
          <a:xfrm>
            <a:off x="9547660" y="5573769"/>
            <a:ext cx="711450" cy="71767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7AF3BBA-B42E-A1FA-D7EB-472E17B81FA3}"/>
              </a:ext>
            </a:extLst>
          </p:cNvPr>
          <p:cNvSpPr txBox="1"/>
          <p:nvPr/>
        </p:nvSpPr>
        <p:spPr>
          <a:xfrm>
            <a:off x="9130894" y="6297097"/>
            <a:ext cx="1450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Select Voltage</a:t>
            </a:r>
          </a:p>
          <a:p>
            <a:pPr algn="ctr"/>
            <a:r>
              <a:rPr lang="en-GB" sz="1600" dirty="0"/>
              <a:t>5V or 3.3V</a:t>
            </a:r>
          </a:p>
        </p:txBody>
      </p:sp>
    </p:spTree>
    <p:extLst>
      <p:ext uri="{BB962C8B-B14F-4D97-AF65-F5344CB8AC3E}">
        <p14:creationId xmlns:p14="http://schemas.microsoft.com/office/powerpoint/2010/main" val="412852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Hezron Israel</dc:creator>
  <cp:lastModifiedBy>Hezron Israel</cp:lastModifiedBy>
  <cp:revision>1</cp:revision>
  <dcterms:created xsi:type="dcterms:W3CDTF">2025-08-13T12:46:53Z</dcterms:created>
  <dcterms:modified xsi:type="dcterms:W3CDTF">2025-08-13T13:26:09Z</dcterms:modified>
</cp:coreProperties>
</file>